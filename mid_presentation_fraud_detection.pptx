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64" r:id="rId2"/>
    <p:sldId id="413" r:id="rId3"/>
    <p:sldId id="440" r:id="rId4"/>
    <p:sldId id="441" r:id="rId5"/>
    <p:sldId id="466" r:id="rId6"/>
    <p:sldId id="465" r:id="rId7"/>
    <p:sldId id="448" r:id="rId8"/>
    <p:sldId id="462" r:id="rId9"/>
    <p:sldId id="467" r:id="rId10"/>
    <p:sldId id="468" r:id="rId11"/>
    <p:sldId id="483" r:id="rId12"/>
    <p:sldId id="482" r:id="rId13"/>
    <p:sldId id="481" r:id="rId14"/>
    <p:sldId id="463" r:id="rId15"/>
    <p:sldId id="471" r:id="rId16"/>
    <p:sldId id="472" r:id="rId17"/>
    <p:sldId id="479" r:id="rId18"/>
    <p:sldId id="477" r:id="rId19"/>
    <p:sldId id="478" r:id="rId20"/>
    <p:sldId id="476" r:id="rId21"/>
    <p:sldId id="475" r:id="rId22"/>
    <p:sldId id="474" r:id="rId23"/>
    <p:sldId id="473" r:id="rId24"/>
    <p:sldId id="480" r:id="rId25"/>
    <p:sldId id="470" r:id="rId26"/>
    <p:sldId id="469" r:id="rId27"/>
    <p:sldId id="464" r:id="rId28"/>
    <p:sldId id="434" r:id="rId29"/>
  </p:sldIdLst>
  <p:sldSz cx="10799763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D26"/>
    <a:srgbClr val="FF6600"/>
    <a:srgbClr val="FF9900"/>
    <a:srgbClr val="CCFFFF"/>
    <a:srgbClr val="66FFFF"/>
    <a:srgbClr val="FFFF66"/>
    <a:srgbClr val="FFFF00"/>
    <a:srgbClr val="FFFFCC"/>
    <a:srgbClr val="FF99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75A473-E866-4052-BDF8-913E5A3C6723}" v="127" dt="2025-10-15T13:29:08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3" autoAdjust="0"/>
    <p:restoredTop sz="90036" autoAdjust="0"/>
  </p:normalViewPr>
  <p:slideViewPr>
    <p:cSldViewPr>
      <p:cViewPr varScale="1">
        <p:scale>
          <a:sx n="96" d="100"/>
          <a:sy n="96" d="100"/>
        </p:scale>
        <p:origin x="800" y="72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8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AK" userId="f0638a645e0600b7" providerId="LiveId" clId="{3AABA765-E3C0-4792-BD73-B88E7E6FC147}"/>
    <pc:docChg chg="undo custSel addSld modSld sldOrd">
      <pc:chgData name="Siddharth AK" userId="f0638a645e0600b7" providerId="LiveId" clId="{3AABA765-E3C0-4792-BD73-B88E7E6FC147}" dt="2025-10-15T13:31:05.101" v="2636" actId="20577"/>
      <pc:docMkLst>
        <pc:docMk/>
      </pc:docMkLst>
      <pc:sldChg chg="modSp mod">
        <pc:chgData name="Siddharth AK" userId="f0638a645e0600b7" providerId="LiveId" clId="{3AABA765-E3C0-4792-BD73-B88E7E6FC147}" dt="2025-10-15T12:52:23.179" v="1257" actId="20577"/>
        <pc:sldMkLst>
          <pc:docMk/>
          <pc:sldMk cId="0" sldId="264"/>
        </pc:sldMkLst>
        <pc:graphicFrameChg chg="modGraphic">
          <ac:chgData name="Siddharth AK" userId="f0638a645e0600b7" providerId="LiveId" clId="{3AABA765-E3C0-4792-BD73-B88E7E6FC147}" dt="2025-10-15T12:52:23.179" v="1257" actId="20577"/>
          <ac:graphicFrameMkLst>
            <pc:docMk/>
            <pc:sldMk cId="0" sldId="264"/>
            <ac:graphicFrameMk id="2" creationId="{00000000-0000-0000-0000-000000000000}"/>
          </ac:graphicFrameMkLst>
        </pc:graphicFrameChg>
      </pc:sldChg>
      <pc:sldChg chg="modSp mod">
        <pc:chgData name="Siddharth AK" userId="f0638a645e0600b7" providerId="LiveId" clId="{3AABA765-E3C0-4792-BD73-B88E7E6FC147}" dt="2025-10-15T12:54:23.725" v="1277" actId="20577"/>
        <pc:sldMkLst>
          <pc:docMk/>
          <pc:sldMk cId="1878279758" sldId="413"/>
        </pc:sldMkLst>
        <pc:spChg chg="mod">
          <ac:chgData name="Siddharth AK" userId="f0638a645e0600b7" providerId="LiveId" clId="{3AABA765-E3C0-4792-BD73-B88E7E6FC147}" dt="2025-10-15T12:54:23.725" v="1277" actId="20577"/>
          <ac:spMkLst>
            <pc:docMk/>
            <pc:sldMk cId="1878279758" sldId="413"/>
            <ac:spMk id="3" creationId="{00000000-0000-0000-0000-000000000000}"/>
          </ac:spMkLst>
        </pc:spChg>
      </pc:sldChg>
      <pc:sldChg chg="addSp delSp modSp mod ord">
        <pc:chgData name="Siddharth AK" userId="f0638a645e0600b7" providerId="LiveId" clId="{3AABA765-E3C0-4792-BD73-B88E7E6FC147}" dt="2025-10-15T13:31:05.101" v="2636" actId="20577"/>
        <pc:sldMkLst>
          <pc:docMk/>
          <pc:sldMk cId="4289601832" sldId="441"/>
        </pc:sldMkLst>
        <pc:spChg chg="del">
          <ac:chgData name="Siddharth AK" userId="f0638a645e0600b7" providerId="LiveId" clId="{3AABA765-E3C0-4792-BD73-B88E7E6FC147}" dt="2025-10-14T13:39:12.087" v="28" actId="478"/>
          <ac:spMkLst>
            <pc:docMk/>
            <pc:sldMk cId="4289601832" sldId="441"/>
            <ac:spMk id="4" creationId="{EE54F019-708A-454D-8724-F3011E518121}"/>
          </ac:spMkLst>
        </pc:spChg>
        <pc:graphicFrameChg chg="add del mod modGraphic">
          <ac:chgData name="Siddharth AK" userId="f0638a645e0600b7" providerId="LiveId" clId="{3AABA765-E3C0-4792-BD73-B88E7E6FC147}" dt="2025-10-14T13:38:00.987" v="21" actId="478"/>
          <ac:graphicFrameMkLst>
            <pc:docMk/>
            <pc:sldMk cId="4289601832" sldId="441"/>
            <ac:graphicFrameMk id="6" creationId="{DF671EB8-FF7D-D218-D5A3-B91AFCBBC7BE}"/>
          </ac:graphicFrameMkLst>
        </pc:graphicFrameChg>
        <pc:graphicFrameChg chg="add del mod modGraphic">
          <ac:chgData name="Siddharth AK" userId="f0638a645e0600b7" providerId="LiveId" clId="{3AABA765-E3C0-4792-BD73-B88E7E6FC147}" dt="2025-10-14T13:38:28.133" v="24" actId="478"/>
          <ac:graphicFrameMkLst>
            <pc:docMk/>
            <pc:sldMk cId="4289601832" sldId="441"/>
            <ac:graphicFrameMk id="7" creationId="{A5498D6C-C72B-A438-AB4D-B8AE08DC581D}"/>
          </ac:graphicFrameMkLst>
        </pc:graphicFrameChg>
        <pc:graphicFrameChg chg="add modGraphic">
          <ac:chgData name="Siddharth AK" userId="f0638a645e0600b7" providerId="LiveId" clId="{3AABA765-E3C0-4792-BD73-B88E7E6FC147}" dt="2025-10-14T13:39:01.604" v="27" actId="12385"/>
          <ac:graphicFrameMkLst>
            <pc:docMk/>
            <pc:sldMk cId="4289601832" sldId="441"/>
            <ac:graphicFrameMk id="8" creationId="{202F8710-5FC7-4A18-750F-15AE6E69CD88}"/>
          </ac:graphicFrameMkLst>
        </pc:graphicFrameChg>
        <pc:graphicFrameChg chg="add del mod modGraphic">
          <ac:chgData name="Siddharth AK" userId="f0638a645e0600b7" providerId="LiveId" clId="{3AABA765-E3C0-4792-BD73-B88E7E6FC147}" dt="2025-10-14T13:41:52.702" v="50" actId="478"/>
          <ac:graphicFrameMkLst>
            <pc:docMk/>
            <pc:sldMk cId="4289601832" sldId="441"/>
            <ac:graphicFrameMk id="9" creationId="{74F933CA-1E5B-66E2-494B-CC32CB58D4B4}"/>
          </ac:graphicFrameMkLst>
        </pc:graphicFrameChg>
        <pc:graphicFrameChg chg="add mod modGraphic">
          <ac:chgData name="Siddharth AK" userId="f0638a645e0600b7" providerId="LiveId" clId="{3AABA765-E3C0-4792-BD73-B88E7E6FC147}" dt="2025-10-15T13:31:05.101" v="2636" actId="20577"/>
          <ac:graphicFrameMkLst>
            <pc:docMk/>
            <pc:sldMk cId="4289601832" sldId="441"/>
            <ac:graphicFrameMk id="10" creationId="{A6F92E8A-675C-2DA1-251F-11CF41652A37}"/>
          </ac:graphicFrameMkLst>
        </pc:graphicFrameChg>
        <pc:picChg chg="add del mod">
          <ac:chgData name="Siddharth AK" userId="f0638a645e0600b7" providerId="LiveId" clId="{3AABA765-E3C0-4792-BD73-B88E7E6FC147}" dt="2025-10-14T13:35:42.490" v="4" actId="478"/>
          <ac:picMkLst>
            <pc:docMk/>
            <pc:sldMk cId="4289601832" sldId="441"/>
            <ac:picMk id="5" creationId="{2C9411CC-48EF-6E83-8217-7A7327FB71D1}"/>
          </ac:picMkLst>
        </pc:picChg>
      </pc:sldChg>
      <pc:sldChg chg="addSp delSp modSp mod">
        <pc:chgData name="Siddharth AK" userId="f0638a645e0600b7" providerId="LiveId" clId="{3AABA765-E3C0-4792-BD73-B88E7E6FC147}" dt="2025-10-15T12:47:03.539" v="1231" actId="20577"/>
        <pc:sldMkLst>
          <pc:docMk/>
          <pc:sldMk cId="30425119" sldId="448"/>
        </pc:sldMkLst>
        <pc:spChg chg="add del mod">
          <ac:chgData name="Siddharth AK" userId="f0638a645e0600b7" providerId="LiveId" clId="{3AABA765-E3C0-4792-BD73-B88E7E6FC147}" dt="2025-10-14T14:30:41.527" v="316"/>
          <ac:spMkLst>
            <pc:docMk/>
            <pc:sldMk cId="30425119" sldId="448"/>
            <ac:spMk id="2" creationId="{04288879-F0A5-C8F4-84DA-31F93C689631}"/>
          </ac:spMkLst>
        </pc:spChg>
        <pc:graphicFrameChg chg="add mod modGraphic">
          <ac:chgData name="Siddharth AK" userId="f0638a645e0600b7" providerId="LiveId" clId="{3AABA765-E3C0-4792-BD73-B88E7E6FC147}" dt="2025-10-15T12:47:03.539" v="1231" actId="20577"/>
          <ac:graphicFrameMkLst>
            <pc:docMk/>
            <pc:sldMk cId="30425119" sldId="448"/>
            <ac:graphicFrameMk id="4" creationId="{5E184714-773C-15F1-A74C-535BBDD16506}"/>
          </ac:graphicFrameMkLst>
        </pc:graphicFrameChg>
        <pc:graphicFrameChg chg="add del mod">
          <ac:chgData name="Siddharth AK" userId="f0638a645e0600b7" providerId="LiveId" clId="{3AABA765-E3C0-4792-BD73-B88E7E6FC147}" dt="2025-10-14T14:55:36.237" v="394" actId="478"/>
          <ac:graphicFrameMkLst>
            <pc:docMk/>
            <pc:sldMk cId="30425119" sldId="448"/>
            <ac:graphicFrameMk id="6" creationId="{45785D7C-FF87-7351-0D0B-A5A8A93EB382}"/>
          </ac:graphicFrameMkLst>
        </pc:graphicFrameChg>
      </pc:sldChg>
      <pc:sldChg chg="addSp delSp modSp mod">
        <pc:chgData name="Siddharth AK" userId="f0638a645e0600b7" providerId="LiveId" clId="{3AABA765-E3C0-4792-BD73-B88E7E6FC147}" dt="2025-10-14T15:22:36.090" v="894" actId="2711"/>
        <pc:sldMkLst>
          <pc:docMk/>
          <pc:sldMk cId="1399500336" sldId="462"/>
        </pc:sldMkLst>
        <pc:spChg chg="add mod">
          <ac:chgData name="Siddharth AK" userId="f0638a645e0600b7" providerId="LiveId" clId="{3AABA765-E3C0-4792-BD73-B88E7E6FC147}" dt="2025-10-14T15:22:36.090" v="894" actId="2711"/>
          <ac:spMkLst>
            <pc:docMk/>
            <pc:sldMk cId="1399500336" sldId="462"/>
            <ac:spMk id="2" creationId="{B8FAF56D-9478-B1AA-9AAF-D429E3A62DC2}"/>
          </ac:spMkLst>
        </pc:spChg>
        <pc:spChg chg="del">
          <ac:chgData name="Siddharth AK" userId="f0638a645e0600b7" providerId="LiveId" clId="{3AABA765-E3C0-4792-BD73-B88E7E6FC147}" dt="2025-10-14T15:02:26.080" v="412" actId="478"/>
          <ac:spMkLst>
            <pc:docMk/>
            <pc:sldMk cId="1399500336" sldId="462"/>
            <ac:spMk id="5" creationId="{B77F5B72-1C01-48AA-BB4B-F5D7980AD148}"/>
          </ac:spMkLst>
        </pc:spChg>
        <pc:picChg chg="add mod">
          <ac:chgData name="Siddharth AK" userId="f0638a645e0600b7" providerId="LiveId" clId="{3AABA765-E3C0-4792-BD73-B88E7E6FC147}" dt="2025-10-14T15:22:28.826" v="892" actId="1076"/>
          <ac:picMkLst>
            <pc:docMk/>
            <pc:sldMk cId="1399500336" sldId="462"/>
            <ac:picMk id="6" creationId="{856A6F17-B419-6AE4-3555-A9F1B4F003E7}"/>
          </ac:picMkLst>
        </pc:picChg>
        <pc:picChg chg="add mod">
          <ac:chgData name="Siddharth AK" userId="f0638a645e0600b7" providerId="LiveId" clId="{3AABA765-E3C0-4792-BD73-B88E7E6FC147}" dt="2025-10-14T15:22:30.424" v="893" actId="1076"/>
          <ac:picMkLst>
            <pc:docMk/>
            <pc:sldMk cId="1399500336" sldId="462"/>
            <ac:picMk id="8" creationId="{340E8403-1B51-4ECD-CCB9-2013D165930A}"/>
          </ac:picMkLst>
        </pc:picChg>
      </pc:sldChg>
      <pc:sldChg chg="addSp delSp modSp mod">
        <pc:chgData name="Siddharth AK" userId="f0638a645e0600b7" providerId="LiveId" clId="{3AABA765-E3C0-4792-BD73-B88E7E6FC147}" dt="2025-10-15T13:03:51.693" v="1713" actId="20577"/>
        <pc:sldMkLst>
          <pc:docMk/>
          <pc:sldMk cId="1573551517" sldId="463"/>
        </pc:sldMkLst>
        <pc:spChg chg="add mod">
          <ac:chgData name="Siddharth AK" userId="f0638a645e0600b7" providerId="LiveId" clId="{3AABA765-E3C0-4792-BD73-B88E7E6FC147}" dt="2025-10-15T13:03:51.693" v="1713" actId="20577"/>
          <ac:spMkLst>
            <pc:docMk/>
            <pc:sldMk cId="1573551517" sldId="463"/>
            <ac:spMk id="2" creationId="{9DBEF229-283E-FC5A-3ED4-60BF93D7F564}"/>
          </ac:spMkLst>
        </pc:spChg>
        <pc:spChg chg="del mod">
          <ac:chgData name="Siddharth AK" userId="f0638a645e0600b7" providerId="LiveId" clId="{3AABA765-E3C0-4792-BD73-B88E7E6FC147}" dt="2025-10-14T15:18:19.914" v="810" actId="478"/>
          <ac:spMkLst>
            <pc:docMk/>
            <pc:sldMk cId="1573551517" sldId="463"/>
            <ac:spMk id="5" creationId="{B77F5B72-1C01-48AA-BB4B-F5D7980AD148}"/>
          </ac:spMkLst>
        </pc:spChg>
        <pc:spChg chg="add del mod">
          <ac:chgData name="Siddharth AK" userId="f0638a645e0600b7" providerId="LiveId" clId="{3AABA765-E3C0-4792-BD73-B88E7E6FC147}" dt="2025-10-15T13:02:18.214" v="1526"/>
          <ac:spMkLst>
            <pc:docMk/>
            <pc:sldMk cId="1573551517" sldId="463"/>
            <ac:spMk id="8" creationId="{26A14386-B784-8C28-EB79-581C1324A25D}"/>
          </ac:spMkLst>
        </pc:spChg>
        <pc:picChg chg="add del mod">
          <ac:chgData name="Siddharth AK" userId="f0638a645e0600b7" providerId="LiveId" clId="{3AABA765-E3C0-4792-BD73-B88E7E6FC147}" dt="2025-10-15T12:56:46.519" v="1294" actId="478"/>
          <ac:picMkLst>
            <pc:docMk/>
            <pc:sldMk cId="1573551517" sldId="463"/>
            <ac:picMk id="5" creationId="{6972B54B-6AB0-52B8-2336-DC29A6F552E9}"/>
          </ac:picMkLst>
        </pc:picChg>
        <pc:picChg chg="add mod">
          <ac:chgData name="Siddharth AK" userId="f0638a645e0600b7" providerId="LiveId" clId="{3AABA765-E3C0-4792-BD73-B88E7E6FC147}" dt="2025-10-15T12:58:30.251" v="1303" actId="14100"/>
          <ac:picMkLst>
            <pc:docMk/>
            <pc:sldMk cId="1573551517" sldId="463"/>
            <ac:picMk id="7" creationId="{857CB4DD-7995-2E35-067E-6ABE422C2510}"/>
          </ac:picMkLst>
        </pc:picChg>
        <pc:picChg chg="add mod">
          <ac:chgData name="Siddharth AK" userId="f0638a645e0600b7" providerId="LiveId" clId="{3AABA765-E3C0-4792-BD73-B88E7E6FC147}" dt="2025-10-15T13:00:37.216" v="1389" actId="1076"/>
          <ac:picMkLst>
            <pc:docMk/>
            <pc:sldMk cId="1573551517" sldId="463"/>
            <ac:picMk id="10" creationId="{5343ABDD-053B-3D42-B406-D7B830E78D4C}"/>
          </ac:picMkLst>
        </pc:picChg>
        <pc:picChg chg="add mod">
          <ac:chgData name="Siddharth AK" userId="f0638a645e0600b7" providerId="LiveId" clId="{3AABA765-E3C0-4792-BD73-B88E7E6FC147}" dt="2025-10-15T13:02:13.985" v="1524" actId="14100"/>
          <ac:picMkLst>
            <pc:docMk/>
            <pc:sldMk cId="1573551517" sldId="463"/>
            <ac:picMk id="12" creationId="{E350906D-5AC2-3FE8-B966-B28B85DB90B9}"/>
          </ac:picMkLst>
        </pc:picChg>
      </pc:sldChg>
      <pc:sldChg chg="addSp modSp mod">
        <pc:chgData name="Siddharth AK" userId="f0638a645e0600b7" providerId="LiveId" clId="{3AABA765-E3C0-4792-BD73-B88E7E6FC147}" dt="2025-10-15T13:28:15.994" v="2598" actId="20577"/>
        <pc:sldMkLst>
          <pc:docMk/>
          <pc:sldMk cId="2126352998" sldId="464"/>
        </pc:sldMkLst>
        <pc:spChg chg="add mod">
          <ac:chgData name="Siddharth AK" userId="f0638a645e0600b7" providerId="LiveId" clId="{3AABA765-E3C0-4792-BD73-B88E7E6FC147}" dt="2025-10-15T13:28:15.994" v="2598" actId="20577"/>
          <ac:spMkLst>
            <pc:docMk/>
            <pc:sldMk cId="2126352998" sldId="464"/>
            <ac:spMk id="2" creationId="{142A7A5D-CDDA-0AD7-9722-9B33E75EF5A6}"/>
          </ac:spMkLst>
        </pc:spChg>
        <pc:spChg chg="mod">
          <ac:chgData name="Siddharth AK" userId="f0638a645e0600b7" providerId="LiveId" clId="{3AABA765-E3C0-4792-BD73-B88E7E6FC147}" dt="2025-10-15T13:27:07.538" v="2564" actId="1076"/>
          <ac:spMkLst>
            <pc:docMk/>
            <pc:sldMk cId="2126352998" sldId="464"/>
            <ac:spMk id="5" creationId="{B77F5B72-1C01-48AA-BB4B-F5D7980AD148}"/>
          </ac:spMkLst>
        </pc:spChg>
      </pc:sldChg>
      <pc:sldChg chg="addSp delSp modSp mod">
        <pc:chgData name="Siddharth AK" userId="f0638a645e0600b7" providerId="LiveId" clId="{3AABA765-E3C0-4792-BD73-B88E7E6FC147}" dt="2025-10-14T15:01:58.292" v="411" actId="14100"/>
        <pc:sldMkLst>
          <pc:docMk/>
          <pc:sldMk cId="1574296500" sldId="465"/>
        </pc:sldMkLst>
        <pc:spChg chg="add del mod">
          <ac:chgData name="Siddharth AK" userId="f0638a645e0600b7" providerId="LiveId" clId="{3AABA765-E3C0-4792-BD73-B88E7E6FC147}" dt="2025-10-14T14:52:26.757" v="388" actId="20577"/>
          <ac:spMkLst>
            <pc:docMk/>
            <pc:sldMk cId="1574296500" sldId="465"/>
            <ac:spMk id="3" creationId="{2171531F-F716-AF44-8557-C8225F40BE34}"/>
          </ac:spMkLst>
        </pc:spChg>
        <pc:spChg chg="add del">
          <ac:chgData name="Siddharth AK" userId="f0638a645e0600b7" providerId="LiveId" clId="{3AABA765-E3C0-4792-BD73-B88E7E6FC147}" dt="2025-10-14T14:16:31.798" v="267" actId="478"/>
          <ac:spMkLst>
            <pc:docMk/>
            <pc:sldMk cId="1574296500" sldId="465"/>
            <ac:spMk id="5" creationId="{40CC8EC3-5F78-E094-A0B6-7C063B9596AF}"/>
          </ac:spMkLst>
        </pc:spChg>
        <pc:spChg chg="add del">
          <ac:chgData name="Siddharth AK" userId="f0638a645e0600b7" providerId="LiveId" clId="{3AABA765-E3C0-4792-BD73-B88E7E6FC147}" dt="2025-10-14T14:17:09.916" v="275" actId="478"/>
          <ac:spMkLst>
            <pc:docMk/>
            <pc:sldMk cId="1574296500" sldId="465"/>
            <ac:spMk id="6" creationId="{687C0EA4-7D8F-73D5-9416-AE582CC2D7CE}"/>
          </ac:spMkLst>
        </pc:spChg>
        <pc:spChg chg="add">
          <ac:chgData name="Siddharth AK" userId="f0638a645e0600b7" providerId="LiveId" clId="{3AABA765-E3C0-4792-BD73-B88E7E6FC147}" dt="2025-10-14T14:50:39.209" v="353"/>
          <ac:spMkLst>
            <pc:docMk/>
            <pc:sldMk cId="1574296500" sldId="465"/>
            <ac:spMk id="9" creationId="{C0C024A7-A386-EA7B-1773-6BB3534F6A06}"/>
          </ac:spMkLst>
        </pc:spChg>
        <pc:picChg chg="add del mod">
          <ac:chgData name="Siddharth AK" userId="f0638a645e0600b7" providerId="LiveId" clId="{3AABA765-E3C0-4792-BD73-B88E7E6FC147}" dt="2025-10-14T14:51:02.312" v="358" actId="478"/>
          <ac:picMkLst>
            <pc:docMk/>
            <pc:sldMk cId="1574296500" sldId="465"/>
            <ac:picMk id="8" creationId="{2CEC8DFD-3AF2-4B60-5D12-32ACCCD96842}"/>
          </ac:picMkLst>
        </pc:picChg>
        <pc:picChg chg="add mod">
          <ac:chgData name="Siddharth AK" userId="f0638a645e0600b7" providerId="LiveId" clId="{3AABA765-E3C0-4792-BD73-B88E7E6FC147}" dt="2025-10-14T15:01:58.292" v="411" actId="14100"/>
          <ac:picMkLst>
            <pc:docMk/>
            <pc:sldMk cId="1574296500" sldId="465"/>
            <ac:picMk id="11" creationId="{1EB49689-67C2-3D8E-5328-7D5ACE210C49}"/>
          </ac:picMkLst>
        </pc:picChg>
      </pc:sldChg>
      <pc:sldChg chg="addSp delSp modSp mod">
        <pc:chgData name="Siddharth AK" userId="f0638a645e0600b7" providerId="LiveId" clId="{3AABA765-E3C0-4792-BD73-B88E7E6FC147}" dt="2025-10-15T13:24:11.122" v="2541" actId="12"/>
        <pc:sldMkLst>
          <pc:docMk/>
          <pc:sldMk cId="2131709482" sldId="466"/>
        </pc:sldMkLst>
        <pc:spChg chg="add del">
          <ac:chgData name="Siddharth AK" userId="f0638a645e0600b7" providerId="LiveId" clId="{3AABA765-E3C0-4792-BD73-B88E7E6FC147}" dt="2025-10-14T13:55:44.730" v="118" actId="478"/>
          <ac:spMkLst>
            <pc:docMk/>
            <pc:sldMk cId="2131709482" sldId="466"/>
            <ac:spMk id="3" creationId="{B6FFCA0F-DBC9-D66A-284A-2933A1B32D80}"/>
          </ac:spMkLst>
        </pc:spChg>
        <pc:spChg chg="add del mod">
          <ac:chgData name="Siddharth AK" userId="f0638a645e0600b7" providerId="LiveId" clId="{3AABA765-E3C0-4792-BD73-B88E7E6FC147}" dt="2025-10-14T13:57:12.365" v="127" actId="478"/>
          <ac:spMkLst>
            <pc:docMk/>
            <pc:sldMk cId="2131709482" sldId="466"/>
            <ac:spMk id="5" creationId="{5DD834AD-C96D-75C6-3E02-5134E2EF2526}"/>
          </ac:spMkLst>
        </pc:spChg>
        <pc:spChg chg="add del mod">
          <ac:chgData name="Siddharth AK" userId="f0638a645e0600b7" providerId="LiveId" clId="{3AABA765-E3C0-4792-BD73-B88E7E6FC147}" dt="2025-10-14T13:57:09.325" v="125" actId="478"/>
          <ac:spMkLst>
            <pc:docMk/>
            <pc:sldMk cId="2131709482" sldId="466"/>
            <ac:spMk id="6" creationId="{708DD2FE-1142-E324-76F0-E53B47BF7686}"/>
          </ac:spMkLst>
        </pc:spChg>
        <pc:spChg chg="add del mod">
          <ac:chgData name="Siddharth AK" userId="f0638a645e0600b7" providerId="LiveId" clId="{3AABA765-E3C0-4792-BD73-B88E7E6FC147}" dt="2025-10-14T13:57:50.236" v="232"/>
          <ac:spMkLst>
            <pc:docMk/>
            <pc:sldMk cId="2131709482" sldId="466"/>
            <ac:spMk id="7" creationId="{9B7F2954-3B65-5053-FF04-161606513AAE}"/>
          </ac:spMkLst>
        </pc:spChg>
        <pc:spChg chg="add del mod">
          <ac:chgData name="Siddharth AK" userId="f0638a645e0600b7" providerId="LiveId" clId="{3AABA765-E3C0-4792-BD73-B88E7E6FC147}" dt="2025-10-14T13:58:10.773" v="235" actId="478"/>
          <ac:spMkLst>
            <pc:docMk/>
            <pc:sldMk cId="2131709482" sldId="466"/>
            <ac:spMk id="8" creationId="{4707791E-4CCA-F185-6233-03A1700DA079}"/>
          </ac:spMkLst>
        </pc:spChg>
        <pc:spChg chg="del mod">
          <ac:chgData name="Siddharth AK" userId="f0638a645e0600b7" providerId="LiveId" clId="{3AABA765-E3C0-4792-BD73-B88E7E6FC147}" dt="2025-10-14T13:55:44.730" v="118" actId="478"/>
          <ac:spMkLst>
            <pc:docMk/>
            <pc:sldMk cId="2131709482" sldId="466"/>
            <ac:spMk id="9" creationId="{EE187B90-23F6-4416-A139-0D1D53F1CBCB}"/>
          </ac:spMkLst>
        </pc:spChg>
        <pc:spChg chg="add del">
          <ac:chgData name="Siddharth AK" userId="f0638a645e0600b7" providerId="LiveId" clId="{3AABA765-E3C0-4792-BD73-B88E7E6FC147}" dt="2025-10-14T13:58:10.773" v="235" actId="478"/>
          <ac:spMkLst>
            <pc:docMk/>
            <pc:sldMk cId="2131709482" sldId="466"/>
            <ac:spMk id="10" creationId="{1367900B-72A0-DF49-C965-ACF8101D8702}"/>
          </ac:spMkLst>
        </pc:spChg>
        <pc:spChg chg="add mod">
          <ac:chgData name="Siddharth AK" userId="f0638a645e0600b7" providerId="LiveId" clId="{3AABA765-E3C0-4792-BD73-B88E7E6FC147}" dt="2025-10-15T13:24:11.122" v="2541" actId="12"/>
          <ac:spMkLst>
            <pc:docMk/>
            <pc:sldMk cId="2131709482" sldId="466"/>
            <ac:spMk id="11" creationId="{1D5AF100-A3A8-5B64-59C8-98F24C6376C3}"/>
          </ac:spMkLst>
        </pc:spChg>
        <pc:picChg chg="add del mod">
          <ac:chgData name="Siddharth AK" userId="f0638a645e0600b7" providerId="LiveId" clId="{3AABA765-E3C0-4792-BD73-B88E7E6FC147}" dt="2025-10-14T14:56:14.891" v="395" actId="478"/>
          <ac:picMkLst>
            <pc:docMk/>
            <pc:sldMk cId="2131709482" sldId="466"/>
            <ac:picMk id="13" creationId="{EF392A0B-4684-4A28-A368-C65D75A7D144}"/>
          </ac:picMkLst>
        </pc:picChg>
        <pc:picChg chg="add del mod">
          <ac:chgData name="Siddharth AK" userId="f0638a645e0600b7" providerId="LiveId" clId="{3AABA765-E3C0-4792-BD73-B88E7E6FC147}" dt="2025-10-15T12:55:49.334" v="1278" actId="478"/>
          <ac:picMkLst>
            <pc:docMk/>
            <pc:sldMk cId="2131709482" sldId="466"/>
            <ac:picMk id="15" creationId="{45296236-918B-4658-CE4C-208486C9FB74}"/>
          </ac:picMkLst>
        </pc:picChg>
      </pc:sldChg>
      <pc:sldChg chg="addSp delSp modSp add mod">
        <pc:chgData name="Siddharth AK" userId="f0638a645e0600b7" providerId="LiveId" clId="{3AABA765-E3C0-4792-BD73-B88E7E6FC147}" dt="2025-10-14T15:26:34.715" v="948" actId="14100"/>
        <pc:sldMkLst>
          <pc:docMk/>
          <pc:sldMk cId="3504642251" sldId="467"/>
        </pc:sldMkLst>
        <pc:spChg chg="del mod">
          <ac:chgData name="Siddharth AK" userId="f0638a645e0600b7" providerId="LiveId" clId="{3AABA765-E3C0-4792-BD73-B88E7E6FC147}" dt="2025-10-14T15:09:50.743" v="770"/>
          <ac:spMkLst>
            <pc:docMk/>
            <pc:sldMk cId="3504642251" sldId="467"/>
            <ac:spMk id="2" creationId="{61436C84-9AA0-E55B-6471-C595E8FC1236}"/>
          </ac:spMkLst>
        </pc:spChg>
        <pc:spChg chg="add mod">
          <ac:chgData name="Siddharth AK" userId="f0638a645e0600b7" providerId="LiveId" clId="{3AABA765-E3C0-4792-BD73-B88E7E6FC147}" dt="2025-10-14T15:16:40.665" v="799" actId="1076"/>
          <ac:spMkLst>
            <pc:docMk/>
            <pc:sldMk cId="3504642251" sldId="467"/>
            <ac:spMk id="4" creationId="{3819DCBF-BFDA-C135-3D2F-108C6D2378C6}"/>
          </ac:spMkLst>
        </pc:spChg>
        <pc:spChg chg="add mod">
          <ac:chgData name="Siddharth AK" userId="f0638a645e0600b7" providerId="LiveId" clId="{3AABA765-E3C0-4792-BD73-B88E7E6FC147}" dt="2025-10-14T15:26:20.853" v="941" actId="1076"/>
          <ac:spMkLst>
            <pc:docMk/>
            <pc:sldMk cId="3504642251" sldId="467"/>
            <ac:spMk id="8" creationId="{CDA2C48C-7AEA-F4A4-C19D-32F24357EB0B}"/>
          </ac:spMkLst>
        </pc:spChg>
        <pc:spChg chg="add del mod">
          <ac:chgData name="Siddharth AK" userId="f0638a645e0600b7" providerId="LiveId" clId="{3AABA765-E3C0-4792-BD73-B88E7E6FC147}" dt="2025-10-14T15:26:13.218" v="938" actId="478"/>
          <ac:spMkLst>
            <pc:docMk/>
            <pc:sldMk cId="3504642251" sldId="467"/>
            <ac:spMk id="11" creationId="{4A8C4DF9-AD53-575C-8ED1-85985F6D6CFA}"/>
          </ac:spMkLst>
        </pc:spChg>
        <pc:picChg chg="del">
          <ac:chgData name="Siddharth AK" userId="f0638a645e0600b7" providerId="LiveId" clId="{3AABA765-E3C0-4792-BD73-B88E7E6FC147}" dt="2025-10-14T15:09:22.675" v="516" actId="478"/>
          <ac:picMkLst>
            <pc:docMk/>
            <pc:sldMk cId="3504642251" sldId="467"/>
            <ac:picMk id="6" creationId="{0750AE0C-515D-9397-3EA2-1315F3554846}"/>
          </ac:picMkLst>
        </pc:picChg>
        <pc:picChg chg="add mod">
          <ac:chgData name="Siddharth AK" userId="f0638a645e0600b7" providerId="LiveId" clId="{3AABA765-E3C0-4792-BD73-B88E7E6FC147}" dt="2025-10-14T15:26:28.910" v="946" actId="14100"/>
          <ac:picMkLst>
            <pc:docMk/>
            <pc:sldMk cId="3504642251" sldId="467"/>
            <ac:picMk id="7" creationId="{5BB3DE60-7648-0C93-B919-A04A32E4BBB9}"/>
          </ac:picMkLst>
        </pc:picChg>
        <pc:picChg chg="add mod">
          <ac:chgData name="Siddharth AK" userId="f0638a645e0600b7" providerId="LiveId" clId="{3AABA765-E3C0-4792-BD73-B88E7E6FC147}" dt="2025-10-14T15:26:34.715" v="948" actId="14100"/>
          <ac:picMkLst>
            <pc:docMk/>
            <pc:sldMk cId="3504642251" sldId="467"/>
            <ac:picMk id="10" creationId="{7A5A0298-13DB-0ECD-7BDD-A4EA4A9CEC50}"/>
          </ac:picMkLst>
        </pc:picChg>
      </pc:sldChg>
      <pc:sldChg chg="addSp delSp modSp add mod">
        <pc:chgData name="Siddharth AK" userId="f0638a645e0600b7" providerId="LiveId" clId="{3AABA765-E3C0-4792-BD73-B88E7E6FC147}" dt="2025-10-14T15:27:43.355" v="971" actId="1076"/>
        <pc:sldMkLst>
          <pc:docMk/>
          <pc:sldMk cId="3664417178" sldId="468"/>
        </pc:sldMkLst>
        <pc:spChg chg="add mod">
          <ac:chgData name="Siddharth AK" userId="f0638a645e0600b7" providerId="LiveId" clId="{3AABA765-E3C0-4792-BD73-B88E7E6FC147}" dt="2025-10-14T15:27:21.093" v="963" actId="20577"/>
          <ac:spMkLst>
            <pc:docMk/>
            <pc:sldMk cId="3664417178" sldId="468"/>
            <ac:spMk id="2" creationId="{9A1D12DD-8D6F-1C68-61EE-B4B684C9BB3B}"/>
          </ac:spMkLst>
        </pc:spChg>
        <pc:spChg chg="del mod">
          <ac:chgData name="Siddharth AK" userId="f0638a645e0600b7" providerId="LiveId" clId="{3AABA765-E3C0-4792-BD73-B88E7E6FC147}" dt="2025-10-14T15:25:59.042" v="934" actId="478"/>
          <ac:spMkLst>
            <pc:docMk/>
            <pc:sldMk cId="3664417178" sldId="468"/>
            <ac:spMk id="4" creationId="{F4007B6A-2B02-A876-6BC9-6A04F0796D4C}"/>
          </ac:spMkLst>
        </pc:spChg>
        <pc:spChg chg="add mod">
          <ac:chgData name="Siddharth AK" userId="f0638a645e0600b7" providerId="LiveId" clId="{3AABA765-E3C0-4792-BD73-B88E7E6FC147}" dt="2025-10-14T15:26:50.274" v="951"/>
          <ac:spMkLst>
            <pc:docMk/>
            <pc:sldMk cId="3664417178" sldId="468"/>
            <ac:spMk id="5" creationId="{A02B873C-BB09-8078-AB1B-E5A8B5C29482}"/>
          </ac:spMkLst>
        </pc:spChg>
        <pc:spChg chg="del mod">
          <ac:chgData name="Siddharth AK" userId="f0638a645e0600b7" providerId="LiveId" clId="{3AABA765-E3C0-4792-BD73-B88E7E6FC147}" dt="2025-10-14T15:25:55.474" v="931" actId="478"/>
          <ac:spMkLst>
            <pc:docMk/>
            <pc:sldMk cId="3664417178" sldId="468"/>
            <ac:spMk id="8" creationId="{67D1B9F8-B6AC-EC6E-DF3C-B6759690C66A}"/>
          </ac:spMkLst>
        </pc:spChg>
        <pc:picChg chg="del">
          <ac:chgData name="Siddharth AK" userId="f0638a645e0600b7" providerId="LiveId" clId="{3AABA765-E3C0-4792-BD73-B88E7E6FC147}" dt="2025-10-14T15:25:57.239" v="932" actId="478"/>
          <ac:picMkLst>
            <pc:docMk/>
            <pc:sldMk cId="3664417178" sldId="468"/>
            <ac:picMk id="7" creationId="{0433CEFB-BC88-0B7D-6921-06AE1C38BBB2}"/>
          </ac:picMkLst>
        </pc:picChg>
        <pc:picChg chg="add mod">
          <ac:chgData name="Siddharth AK" userId="f0638a645e0600b7" providerId="LiveId" clId="{3AABA765-E3C0-4792-BD73-B88E7E6FC147}" dt="2025-10-14T15:27:43.355" v="971" actId="1076"/>
          <ac:picMkLst>
            <pc:docMk/>
            <pc:sldMk cId="3664417178" sldId="468"/>
            <ac:picMk id="9" creationId="{B05281BC-5A97-2E84-1174-5104A55FFCA8}"/>
          </ac:picMkLst>
        </pc:picChg>
        <pc:picChg chg="del">
          <ac:chgData name="Siddharth AK" userId="f0638a645e0600b7" providerId="LiveId" clId="{3AABA765-E3C0-4792-BD73-B88E7E6FC147}" dt="2025-10-14T15:25:52.305" v="927" actId="478"/>
          <ac:picMkLst>
            <pc:docMk/>
            <pc:sldMk cId="3664417178" sldId="468"/>
            <ac:picMk id="10" creationId="{93537DF6-B997-595E-8035-240569DFAEF7}"/>
          </ac:picMkLst>
        </pc:picChg>
      </pc:sldChg>
      <pc:sldChg chg="addSp delSp modSp add mod">
        <pc:chgData name="Siddharth AK" userId="f0638a645e0600b7" providerId="LiveId" clId="{3AABA765-E3C0-4792-BD73-B88E7E6FC147}" dt="2025-10-15T13:23:32.239" v="2539" actId="2710"/>
        <pc:sldMkLst>
          <pc:docMk/>
          <pc:sldMk cId="3880886765" sldId="469"/>
        </pc:sldMkLst>
        <pc:spChg chg="del mod">
          <ac:chgData name="Siddharth AK" userId="f0638a645e0600b7" providerId="LiveId" clId="{3AABA765-E3C0-4792-BD73-B88E7E6FC147}" dt="2025-10-15T12:44:48.103" v="1038"/>
          <ac:spMkLst>
            <pc:docMk/>
            <pc:sldMk cId="3880886765" sldId="469"/>
            <ac:spMk id="2" creationId="{5AE13861-CD2B-CE82-E1C7-9E3861BE768B}"/>
          </ac:spMkLst>
        </pc:spChg>
        <pc:spChg chg="mod">
          <ac:chgData name="Siddharth AK" userId="f0638a645e0600b7" providerId="LiveId" clId="{3AABA765-E3C0-4792-BD73-B88E7E6FC147}" dt="2025-10-15T12:44:45.456" v="1036" actId="20577"/>
          <ac:spMkLst>
            <pc:docMk/>
            <pc:sldMk cId="3880886765" sldId="469"/>
            <ac:spMk id="3" creationId="{B7D0D2EA-BEB3-C4AF-F63C-B3A94EDE5F69}"/>
          </ac:spMkLst>
        </pc:spChg>
        <pc:spChg chg="add mod">
          <ac:chgData name="Siddharth AK" userId="f0638a645e0600b7" providerId="LiveId" clId="{3AABA765-E3C0-4792-BD73-B88E7E6FC147}" dt="2025-10-15T13:23:32.239" v="2539" actId="2710"/>
          <ac:spMkLst>
            <pc:docMk/>
            <pc:sldMk cId="3880886765" sldId="469"/>
            <ac:spMk id="4" creationId="{474B13E3-456B-C294-20C5-1170083CCAB3}"/>
          </ac:spMkLst>
        </pc:spChg>
      </pc:sldChg>
      <pc:sldChg chg="addSp delSp modSp add mod">
        <pc:chgData name="Siddharth AK" userId="f0638a645e0600b7" providerId="LiveId" clId="{3AABA765-E3C0-4792-BD73-B88E7E6FC147}" dt="2025-10-15T13:21:57.178" v="2518" actId="14100"/>
        <pc:sldMkLst>
          <pc:docMk/>
          <pc:sldMk cId="3524651036" sldId="470"/>
        </pc:sldMkLst>
        <pc:spChg chg="mod">
          <ac:chgData name="Siddharth AK" userId="f0638a645e0600b7" providerId="LiveId" clId="{3AABA765-E3C0-4792-BD73-B88E7E6FC147}" dt="2025-10-15T13:21:26.005" v="2509" actId="20577"/>
          <ac:spMkLst>
            <pc:docMk/>
            <pc:sldMk cId="3524651036" sldId="470"/>
            <ac:spMk id="2" creationId="{41ADC0A2-4C34-3CED-86C1-D4186E01AB09}"/>
          </ac:spMkLst>
        </pc:spChg>
        <pc:picChg chg="add del">
          <ac:chgData name="Siddharth AK" userId="f0638a645e0600b7" providerId="LiveId" clId="{3AABA765-E3C0-4792-BD73-B88E7E6FC147}" dt="2025-10-15T13:18:58.970" v="2376" actId="478"/>
          <ac:picMkLst>
            <pc:docMk/>
            <pc:sldMk cId="3524651036" sldId="470"/>
            <ac:picMk id="5" creationId="{2ECA0BA6-D3D7-509F-8A8C-C280EBFBA2CA}"/>
          </ac:picMkLst>
        </pc:picChg>
        <pc:picChg chg="add mod">
          <ac:chgData name="Siddharth AK" userId="f0638a645e0600b7" providerId="LiveId" clId="{3AABA765-E3C0-4792-BD73-B88E7E6FC147}" dt="2025-10-15T13:19:13.237" v="2378" actId="1076"/>
          <ac:picMkLst>
            <pc:docMk/>
            <pc:sldMk cId="3524651036" sldId="470"/>
            <ac:picMk id="7" creationId="{AE2EB7FB-D4B1-FBCC-A081-FF1FFB37AAFE}"/>
          </ac:picMkLst>
        </pc:picChg>
        <pc:picChg chg="add mod">
          <ac:chgData name="Siddharth AK" userId="f0638a645e0600b7" providerId="LiveId" clId="{3AABA765-E3C0-4792-BD73-B88E7E6FC147}" dt="2025-10-15T13:21:57.178" v="2518" actId="14100"/>
          <ac:picMkLst>
            <pc:docMk/>
            <pc:sldMk cId="3524651036" sldId="470"/>
            <ac:picMk id="9" creationId="{6BF37D16-8CA0-6BAF-2E99-A21397874888}"/>
          </ac:picMkLst>
        </pc:picChg>
      </pc:sldChg>
      <pc:sldChg chg="addSp modSp add mod">
        <pc:chgData name="Siddharth AK" userId="f0638a645e0600b7" providerId="LiveId" clId="{3AABA765-E3C0-4792-BD73-B88E7E6FC147}" dt="2025-10-15T13:13:10.550" v="1990" actId="12"/>
        <pc:sldMkLst>
          <pc:docMk/>
          <pc:sldMk cId="3013617808" sldId="471"/>
        </pc:sldMkLst>
        <pc:spChg chg="mod">
          <ac:chgData name="Siddharth AK" userId="f0638a645e0600b7" providerId="LiveId" clId="{3AABA765-E3C0-4792-BD73-B88E7E6FC147}" dt="2025-10-15T13:13:10.550" v="1990" actId="12"/>
          <ac:spMkLst>
            <pc:docMk/>
            <pc:sldMk cId="3013617808" sldId="471"/>
            <ac:spMk id="2" creationId="{0D76A9A7-D3D0-D5F3-8C4F-A2F5C6E25A09}"/>
          </ac:spMkLst>
        </pc:spChg>
        <pc:picChg chg="add mod">
          <ac:chgData name="Siddharth AK" userId="f0638a645e0600b7" providerId="LiveId" clId="{3AABA765-E3C0-4792-BD73-B88E7E6FC147}" dt="2025-10-15T13:05:07.353" v="1798" actId="1076"/>
          <ac:picMkLst>
            <pc:docMk/>
            <pc:sldMk cId="3013617808" sldId="471"/>
            <ac:picMk id="5" creationId="{FBF903FD-BC3D-2766-B81B-3F6D697A4C48}"/>
          </ac:picMkLst>
        </pc:picChg>
      </pc:sldChg>
      <pc:sldChg chg="addSp delSp modSp add mod ord">
        <pc:chgData name="Siddharth AK" userId="f0638a645e0600b7" providerId="LiveId" clId="{3AABA765-E3C0-4792-BD73-B88E7E6FC147}" dt="2025-10-15T13:17:18.895" v="2087" actId="1076"/>
        <pc:sldMkLst>
          <pc:docMk/>
          <pc:sldMk cId="594117818" sldId="472"/>
        </pc:sldMkLst>
        <pc:spChg chg="mod">
          <ac:chgData name="Siddharth AK" userId="f0638a645e0600b7" providerId="LiveId" clId="{3AABA765-E3C0-4792-BD73-B88E7E6FC147}" dt="2025-10-15T13:16:50.389" v="2080" actId="1076"/>
          <ac:spMkLst>
            <pc:docMk/>
            <pc:sldMk cId="594117818" sldId="472"/>
            <ac:spMk id="2" creationId="{5AB64084-E798-73F9-9153-68A93381B138}"/>
          </ac:spMkLst>
        </pc:spChg>
        <pc:graphicFrameChg chg="add del mod">
          <ac:chgData name="Siddharth AK" userId="f0638a645e0600b7" providerId="LiveId" clId="{3AABA765-E3C0-4792-BD73-B88E7E6FC147}" dt="2025-10-15T13:15:40.209" v="2005" actId="478"/>
          <ac:graphicFrameMkLst>
            <pc:docMk/>
            <pc:sldMk cId="594117818" sldId="472"/>
            <ac:graphicFrameMk id="4" creationId="{CB2EA94D-C2B0-4ECB-A88D-18D8C45836EA}"/>
          </ac:graphicFrameMkLst>
        </pc:graphicFrameChg>
        <pc:picChg chg="add del mod">
          <ac:chgData name="Siddharth AK" userId="f0638a645e0600b7" providerId="LiveId" clId="{3AABA765-E3C0-4792-BD73-B88E7E6FC147}" dt="2025-10-15T13:16:37.018" v="2017" actId="478"/>
          <ac:picMkLst>
            <pc:docMk/>
            <pc:sldMk cId="594117818" sldId="472"/>
            <ac:picMk id="6" creationId="{41182B3F-C581-7435-EB2E-30370B36BBB8}"/>
          </ac:picMkLst>
        </pc:picChg>
        <pc:picChg chg="add mod">
          <ac:chgData name="Siddharth AK" userId="f0638a645e0600b7" providerId="LiveId" clId="{3AABA765-E3C0-4792-BD73-B88E7E6FC147}" dt="2025-10-15T13:17:18.895" v="2087" actId="1076"/>
          <ac:picMkLst>
            <pc:docMk/>
            <pc:sldMk cId="594117818" sldId="472"/>
            <ac:picMk id="8" creationId="{47E3F654-7E47-5456-84D9-8BF7392541C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9E7B17-C078-4C50-9935-3DE50FC9DB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63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30250" y="685800"/>
            <a:ext cx="53975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E4430F-96D5-4F5E-AF15-BF5EB88FA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023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0250" y="685800"/>
            <a:ext cx="5397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4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82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411DD-FE07-7165-7F63-FF7AEE1CA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4E42F-745D-385C-6016-1C648F759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2E3DF-86CE-2C06-9EAD-6AEDB6832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A8B12-7DD1-C53E-B841-CE2C61B07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15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576AA-D57D-9B36-08D4-90E0CCA0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D3A12-773E-4564-B0C1-F849810C2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FB819-196D-E785-183C-AB5C9370B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5532D-8E6C-6C74-5360-FFAF843B70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05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3294-ED72-79D5-D58B-2BDF2961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1DABC-8843-D0A9-19AF-EBD3F1D8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9549D-ABD5-C3C1-E78D-2C61B792A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386E7-27F8-3974-4055-E36F3E83B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50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6CDD-82B0-2592-B123-5BC9F312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91CB5-452C-5523-6BA2-FE4FCAF04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3F9D4-3F6D-52E8-CB74-D0AF451B8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5DFB4-A81F-E4E5-4844-027AAD495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08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58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561D-0FF0-B0CA-EF8D-2C7DA8C8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5F35A-D269-C4FE-15EF-8DBE10B8A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FC85E-7269-4049-B8D6-AF91C5B0E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14A4D-3CB3-CBA5-D130-39D283403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92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C8949-1BB0-9EDC-CB87-B09C5643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AEB24-7D5B-0096-D44C-DC2BE6655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A8666-4A3F-ADA4-3CA2-AF867CAEA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DF146-0115-0109-9018-BFA8277A7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96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0D42-1E1D-4233-FA98-FDEABB78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7BBDB-CF80-820D-AFE8-147AB62E3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BA850-0DB8-B75D-5D4B-FC979F8A9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48D81-DA62-62B5-08D5-555F7D00E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22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D416-48D5-126F-BDF7-971AABC59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53078-5DBF-C013-7DB6-FED407EFF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DABBF-BF13-986C-5950-69A4F45EC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1C077-C83F-CC3A-4AC1-1A1626208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184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6011-B71B-984B-0F93-E76900BB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83F37-D519-3A67-4D77-A3FCD1CA2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9DC99-CB5D-0950-0E36-81A93FC07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B84B4-61E8-0B19-E9C1-B32AA1382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77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E9437-98D1-A536-E6D5-C40FE5AC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3CA51-D27B-F5FC-61FC-6FB3879BC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CA283-2BC5-1972-DB1F-E6A8C33AA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E1D96-5721-953E-9AE4-C1B0FF10B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85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A1A4-FB51-25A1-0157-FD3D6810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87D66-C59B-F96B-95A3-F2404F774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24C52-BEB9-3196-03A7-5761815C1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4566E-F942-4855-FFB7-31B81C847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65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53E1-0E9E-A1E2-8B5F-00B978DC6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AC57B-AEB7-3CD0-2F71-8377B5693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466D1-628E-FBEB-2E28-96A67244D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9DE28-1391-8A29-A5A7-2219D0166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173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96ED-D83D-0CEB-E0C9-F68E554C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7FA88-6329-6384-6D46-CEC4F2103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0A160-9C4E-D684-E19A-2BB982AAB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7EA44-102B-20DE-8FAD-BE7482ACC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853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D1EC-AA3C-05E6-5156-72B26F60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6C911-6DDA-5D28-9BC7-D9BFD5F8A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1CA9E-24C7-7B55-0E05-4B636F454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3F403-F123-A17C-B72A-D9737CD33E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C1AD-5010-6E19-4452-9E3D9024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C5908-67B9-D494-5D70-30ECA2EAB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9D713-A6CA-AE87-CEF7-BEFD1E463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2573D-1302-0A96-83D6-F25103F33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186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FA7D-96C5-FC2D-BD11-7B7154E3A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89780-3705-4464-DF5E-01F12E4DC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435E7-8041-EF30-BFF9-E752805A9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DA32F-823F-71E0-09E7-8A50E4D36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108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E4430F-96D5-4F5E-AF15-BF5EB88FA4B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3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-719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 - MANIPAL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18-11-2025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Page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7" name="Picture 6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99AC11E8-FD3B-40F3-B55A-C0B10FA721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374"/>
            <a:ext cx="2609943" cy="772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18-11-2025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1" name="Picture 10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EA04BEC8-6F6B-40C9-A38F-02E85B06B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543635"/>
            <a:ext cx="10799763" cy="314365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18-11-2025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2" name="Picture 11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10F9D83D-ED4F-4F68-91DF-27D7E1A5F0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18-11-2025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" name="Picture 9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3D44CB01-1FE1-4FBB-9269-80BD254564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6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18-11-2025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10" name="Picture 9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03228479-1D6A-4559-AB1D-0A9FDB4EE8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" y="0"/>
            <a:ext cx="2088635" cy="618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0" y="723900"/>
            <a:ext cx="10829762" cy="0"/>
          </a:xfrm>
          <a:prstGeom prst="line">
            <a:avLst/>
          </a:prstGeom>
          <a:noFill/>
          <a:ln w="57150" cmpd="thinThick">
            <a:solidFill>
              <a:srgbClr val="CC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10799763" cy="304800"/>
          </a:xfrm>
          <a:prstGeom prst="rect">
            <a:avLst/>
          </a:prstGeom>
          <a:solidFill>
            <a:srgbClr val="CC6600">
              <a:alpha val="8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endParaRPr lang="en-US" sz="1200" b="1" i="1"/>
          </a:p>
        </p:txBody>
      </p:sp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2609943" y="6572250"/>
            <a:ext cx="5669876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latin typeface="Sabon LT Std" panose="02020602060506020403" pitchFamily="18" charset="0"/>
              </a:rPr>
              <a:t>MANIPAL SCHOOL OF</a:t>
            </a:r>
            <a:r>
              <a:rPr lang="en-US" sz="1200" b="1" baseline="0" dirty="0">
                <a:latin typeface="Sabon LT Std" panose="02020602060506020403" pitchFamily="18" charset="0"/>
              </a:rPr>
              <a:t> INFORMATION SCIENCES</a:t>
            </a:r>
            <a:r>
              <a:rPr lang="en-US" sz="1200" b="1" dirty="0">
                <a:latin typeface="Sabon LT Std" panose="02020602060506020403" pitchFamily="18" charset="0"/>
              </a:rPr>
              <a:t>, MAHE</a:t>
            </a:r>
            <a:r>
              <a:rPr lang="en-US" sz="1200" b="1" baseline="0" dirty="0">
                <a:latin typeface="Sabon LT Std" panose="02020602060506020403" pitchFamily="18" charset="0"/>
              </a:rPr>
              <a:t> -</a:t>
            </a:r>
            <a:r>
              <a:rPr lang="en-US" sz="1200" b="1" dirty="0">
                <a:latin typeface="Sabon LT Std" panose="02020602060506020403" pitchFamily="18" charset="0"/>
              </a:rPr>
              <a:t> MANIPAL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86" y="6550223"/>
            <a:ext cx="12141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4FF2BDA-0CCF-4808-8004-9C3749E0E8B5}" type="datetime1">
              <a:rPr lang="en-IN" sz="1400" b="1" smtClean="0">
                <a:latin typeface="Sabon LT Std" panose="02020602060506020403" pitchFamily="18" charset="0"/>
              </a:rPr>
              <a:pPr/>
              <a:t>18-11-2025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23623" y="6549395"/>
            <a:ext cx="1965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Sabon LT Std" panose="02020602060506020403" pitchFamily="18" charset="0"/>
              </a:rPr>
              <a:t>Project</a:t>
            </a:r>
            <a:r>
              <a:rPr lang="en-IN" sz="1400" dirty="0"/>
              <a:t> </a:t>
            </a:r>
            <a:fld id="{2B6BCCB2-68F9-4474-BBCE-CCA9053E752F}" type="slidenum">
              <a:rPr lang="en-IN" sz="1400" b="1" smtClean="0">
                <a:latin typeface="Sabon LT Std" panose="02020602060506020403" pitchFamily="18" charset="0"/>
              </a:rPr>
              <a:pPr/>
              <a:t>‹#›</a:t>
            </a:fld>
            <a:endParaRPr lang="en-IN" sz="1400" b="1" dirty="0">
              <a:latin typeface="Sabon LT Std" panose="02020602060506020403" pitchFamily="18" charset="0"/>
            </a:endParaRPr>
          </a:p>
        </p:txBody>
      </p:sp>
      <p:pic>
        <p:nvPicPr>
          <p:cNvPr id="9" name="Picture 8" descr="A sign in the dark&#10;&#10;Description generated with very high confidence">
            <a:extLst>
              <a:ext uri="{FF2B5EF4-FFF2-40B4-BE49-F238E27FC236}">
                <a16:creationId xmlns:a16="http://schemas.microsoft.com/office/drawing/2014/main" id="{3550F69F-9161-4E22-9322-2C0D25799A0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374"/>
            <a:ext cx="2609943" cy="7728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4"/>
          <p:cNvSpPr txBox="1">
            <a:spLocks noChangeArrowheads="1"/>
          </p:cNvSpPr>
          <p:nvPr/>
        </p:nvSpPr>
        <p:spPr bwMode="auto">
          <a:xfrm>
            <a:off x="2504281" y="176213"/>
            <a:ext cx="7315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759547"/>
              </p:ext>
            </p:extLst>
          </p:nvPr>
        </p:nvGraphicFramePr>
        <p:xfrm>
          <a:off x="1151409" y="1484784"/>
          <a:ext cx="8534400" cy="4176464"/>
        </p:xfrm>
        <a:graphic>
          <a:graphicData uri="http://schemas.openxmlformats.org/drawingml/2006/table">
            <a:tbl>
              <a:tblPr/>
              <a:tblGrid>
                <a:gridCol w="2539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788499379"/>
                    </a:ext>
                  </a:extLst>
                </a:gridCol>
                <a:gridCol w="1998464">
                  <a:extLst>
                    <a:ext uri="{9D8B030D-6E8A-4147-A177-3AD203B41FA5}">
                      <a16:colId xmlns:a16="http://schemas.microsoft.com/office/drawing/2014/main" val="2004038616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Name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Suhaas D</a:t>
                      </a:r>
                    </a:p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Gayana KO</a:t>
                      </a:r>
                    </a:p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Siddharth AK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Registration Numbers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251100610033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31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251100610010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Branch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+mn-ea"/>
                          <a:cs typeface="+mn-cs"/>
                        </a:rPr>
                        <a:t>CSE-5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81560"/>
                  </a:ext>
                </a:extLst>
              </a:tr>
              <a:tr h="113553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Project</a:t>
                      </a:r>
                      <a:r>
                        <a:rPr lang="en-US" sz="1800" b="0" i="0" baseline="0" dirty="0">
                          <a:effectLst/>
                          <a:latin typeface="Times New Roman"/>
                        </a:rPr>
                        <a:t> Title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Fraud Detection Using Machine Leaning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10"/>
                        </a:spcBef>
                        <a:spcAft>
                          <a:spcPts val="310"/>
                        </a:spcAft>
                      </a:pPr>
                      <a:r>
                        <a:rPr lang="en-US" sz="1800" b="0" i="0" dirty="0">
                          <a:effectLst/>
                          <a:latin typeface="Times New Roman"/>
                        </a:rPr>
                        <a:t>Guide</a:t>
                      </a:r>
                      <a:endParaRPr lang="en-US" sz="1800" b="0" i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l">
                        <a:spcBef>
                          <a:spcPts val="310"/>
                        </a:spcBef>
                        <a:spcAft>
                          <a:spcPts val="310"/>
                        </a:spcAft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Keerthana Prasad.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8064177" y="188640"/>
            <a:ext cx="2418656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337" y="980728"/>
            <a:ext cx="8839200" cy="46536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Objective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Future work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60121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87B90-23F6-4416-A139-0D1D53F1CBCB}"/>
              </a:ext>
            </a:extLst>
          </p:cNvPr>
          <p:cNvSpPr txBox="1"/>
          <p:nvPr/>
        </p:nvSpPr>
        <p:spPr>
          <a:xfrm>
            <a:off x="791369" y="980728"/>
            <a:ext cx="9433048" cy="51153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digitalisation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increased online transactions.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growth, financial fraud has become a major concern.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ensures security, trust, and the prevention of financial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detect suspicious patterns automatically and efficiently.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39E72-6107-6F76-8FE9-62E17A60C0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553" y="3068960"/>
            <a:ext cx="4618031" cy="314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4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2F8710-5FC7-4A18-750F-15AE6E69C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970"/>
              </p:ext>
            </p:extLst>
          </p:nvPr>
        </p:nvGraphicFramePr>
        <p:xfrm>
          <a:off x="1799960" y="1029052"/>
          <a:ext cx="7199844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99961">
                  <a:extLst>
                    <a:ext uri="{9D8B030D-6E8A-4147-A177-3AD203B41FA5}">
                      <a16:colId xmlns:a16="http://schemas.microsoft.com/office/drawing/2014/main" val="949166406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2886905611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54957850"/>
                    </a:ext>
                  </a:extLst>
                </a:gridCol>
                <a:gridCol w="1799961">
                  <a:extLst>
                    <a:ext uri="{9D8B030D-6E8A-4147-A177-3AD203B41FA5}">
                      <a16:colId xmlns:a16="http://schemas.microsoft.com/office/drawing/2014/main" val="1045761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087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92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95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02057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F92E8A-675C-2DA1-251F-11CF4165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333674"/>
              </p:ext>
            </p:extLst>
          </p:nvPr>
        </p:nvGraphicFramePr>
        <p:xfrm>
          <a:off x="71289" y="836712"/>
          <a:ext cx="10585176" cy="5468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294">
                  <a:extLst>
                    <a:ext uri="{9D8B030D-6E8A-4147-A177-3AD203B41FA5}">
                      <a16:colId xmlns:a16="http://schemas.microsoft.com/office/drawing/2014/main" val="2884782715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1796904295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3316119536"/>
                    </a:ext>
                  </a:extLst>
                </a:gridCol>
                <a:gridCol w="2646294">
                  <a:extLst>
                    <a:ext uri="{9D8B030D-6E8A-4147-A177-3AD203B41FA5}">
                      <a16:colId xmlns:a16="http://schemas.microsoft.com/office/drawing/2014/main" val="858232650"/>
                    </a:ext>
                  </a:extLst>
                </a:gridCol>
              </a:tblGrid>
              <a:tr h="4093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and Title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 of Study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73348"/>
                  </a:ext>
                </a:extLst>
              </a:tr>
              <a:tr h="500608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Aman Negi, Deepak Kumar. "Fraud Detection in Financial Transactions Using Machine Learning Techniques“(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1985–2003)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Anonymized financial transaction dataset; public and proprietary sources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Evaluate machine learning models (Random Forest,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for financial fraud detection and address data imbalance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outperformed others (accuracy: 97.3%, F1-score: 0.95); Feature selection and SMOTE improved results; Ensemble models best for real-time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486497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Petr Hajek, Mohammad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Zoynul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Abedin,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Uthayasankar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Sivarajah. "Fraud Detection in Mobile Payment Systems using an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-based Framework“ (2024)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PaySim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(simulated mobile transaction data, 6M+ entries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 an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framework for mobile payment fraud detection, addressing class imbalance and financial impact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Semi-supervised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integrating outlier detection and under-sampling achieved best results and highest cost savings; Outperformed traditional ML methods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2016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P. Nagarajan, Kamali B. "Fraud Detection in Online Transaction using Hybrid CNN and XGBOOST“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Kaggle credit card fraud dataset (24,000 transactions, 30 features)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Compare Hybrid CNN-SVM and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online transaction fraud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Hybrid CNN-SVM outperformed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 reliability, F1-score, AUC; Effective feature extraction with CNN; Model suitable for imbalanced data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10244"/>
                  </a:ext>
                </a:extLst>
              </a:tr>
              <a:tr h="409308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Hongwei Chen, Lun Chen. "An application of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algorithm for online transaction fraud detection based on improved sailfish optimizer</a:t>
                      </a:r>
                      <a:r>
                        <a:rPr lang="en-IN" sz="1400" b="0" i="0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“ (2025)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Kaggle credit card fraud dataset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 </a:t>
                      </a:r>
                      <a:r>
                        <a:rPr lang="en-IN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using Improved Sailfish Optimizer (ISFO) for hyperparameter tuning in online fraud detection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SFO-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achieved top accuracy  and metrics, beating other models; SMOTE improved results.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65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6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8153" y="188640"/>
            <a:ext cx="2743200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AF100-A3A8-5B64-59C8-98F24C6376C3}"/>
              </a:ext>
            </a:extLst>
          </p:cNvPr>
          <p:cNvSpPr txBox="1"/>
          <p:nvPr/>
        </p:nvSpPr>
        <p:spPr>
          <a:xfrm>
            <a:off x="287313" y="1052736"/>
            <a:ext cx="9937104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efficient fraud detection model using supervised ML algorithms.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fraudulent transactions based on transaction features.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high accuracy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model performance using standard metrics (Accuracy, Precision, Recall, F1-score).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70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4133" y="188640"/>
            <a:ext cx="4524183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4F019-708A-454D-8724-F3011E518121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71531F-F716-AF44-8557-C8225F40BE34}"/>
              </a:ext>
            </a:extLst>
          </p:cNvPr>
          <p:cNvSpPr txBox="1"/>
          <p:nvPr/>
        </p:nvSpPr>
        <p:spPr>
          <a:xfrm>
            <a:off x="215305" y="980728"/>
            <a:ext cx="10153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Steps: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Use publicly available Credit Card Fraud dataset.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Handle missing values,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numeric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Choose important features contributing to fraud detection.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 Apply algorithms like Logistic Regression, Decision Tree, and Random Forest.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 Compare models based on performance metrics.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 Select the best-performing algorithm.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B49689-67C2-3D8E-5328-7D5ACE210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641" y="3068960"/>
            <a:ext cx="7046640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9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5428798" y="188640"/>
            <a:ext cx="481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647353" y="1772816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184714-773C-15F1-A74C-535BBDD16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350625"/>
              </p:ext>
            </p:extLst>
          </p:nvPr>
        </p:nvGraphicFramePr>
        <p:xfrm>
          <a:off x="814023" y="1026135"/>
          <a:ext cx="9313862" cy="3657600"/>
        </p:xfrm>
        <a:graphic>
          <a:graphicData uri="http://schemas.openxmlformats.org/drawingml/2006/table">
            <a:tbl>
              <a:tblPr/>
              <a:tblGrid>
                <a:gridCol w="4656931">
                  <a:extLst>
                    <a:ext uri="{9D8B030D-6E8A-4147-A177-3AD203B41FA5}">
                      <a16:colId xmlns:a16="http://schemas.microsoft.com/office/drawing/2014/main" val="1586627091"/>
                    </a:ext>
                  </a:extLst>
                </a:gridCol>
                <a:gridCol w="4656931">
                  <a:extLst>
                    <a:ext uri="{9D8B030D-6E8A-4147-A177-3AD203B41FA5}">
                      <a16:colId xmlns:a16="http://schemas.microsoft.com/office/drawing/2014/main" val="29497009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35786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dataset 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929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cleaning, feature selection, model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1964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– Fraudulent or Legitimate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3521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and low error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9400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NumPy, Pandas, Scikit-learn, 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288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Used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PC/Laptop with Python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01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FAF56D-9478-B1AA-9AAF-D429E3A62DC2}"/>
              </a:ext>
            </a:extLst>
          </p:cNvPr>
          <p:cNvSpPr txBox="1"/>
          <p:nvPr/>
        </p:nvSpPr>
        <p:spPr>
          <a:xfrm>
            <a:off x="359321" y="1052736"/>
            <a:ext cx="100811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Card Fraud Detection dataset from Kaggle.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imbalance using 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 (data handling)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(visualisation)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(model building)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Applied:	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A6F17-B419-6AE4-3555-A9F1B4F00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489" y="4149080"/>
            <a:ext cx="3888432" cy="206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E8403-1B51-4ECD-CCB9-2013D16593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961" y="1556792"/>
            <a:ext cx="3528392" cy="22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0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709B-536D-22EA-8BFE-17D8975A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43880-4EC6-04FD-6BE6-EFFCEA483430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19DCBF-BFDA-C135-3D2F-108C6D2378C6}"/>
              </a:ext>
            </a:extLst>
          </p:cNvPr>
          <p:cNvSpPr txBox="1"/>
          <p:nvPr/>
        </p:nvSpPr>
        <p:spPr>
          <a:xfrm>
            <a:off x="215305" y="853718"/>
            <a:ext cx="986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B3DE60-7648-0C93-B919-A04A32E4BB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577" y="1196752"/>
            <a:ext cx="4464496" cy="2333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A2C48C-7AEA-F4A4-C19D-32F24357EB0B}"/>
              </a:ext>
            </a:extLst>
          </p:cNvPr>
          <p:cNvSpPr txBox="1"/>
          <p:nvPr/>
        </p:nvSpPr>
        <p:spPr>
          <a:xfrm>
            <a:off x="215305" y="3356992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5A0298-13DB-0ECD-7BDD-A4EA4A9CE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45" y="3212976"/>
            <a:ext cx="5040560" cy="281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86FFD-84F5-0DE6-46B5-7847F0E8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DA6DD0-D27B-4517-194F-112900CE232E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50305-EA7F-4676-ACE4-8E76A3CA1075}"/>
              </a:ext>
            </a:extLst>
          </p:cNvPr>
          <p:cNvSpPr txBox="1"/>
          <p:nvPr/>
        </p:nvSpPr>
        <p:spPr>
          <a:xfrm>
            <a:off x="935385" y="5229200"/>
            <a:ext cx="9361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F1-score, Confusion Matrix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D12DD-8D6F-1C68-61EE-B4B684C9BB3B}"/>
              </a:ext>
            </a:extLst>
          </p:cNvPr>
          <p:cNvSpPr txBox="1"/>
          <p:nvPr/>
        </p:nvSpPr>
        <p:spPr>
          <a:xfrm>
            <a:off x="791369" y="1124744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XGBoost</a:t>
            </a:r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5281BC-5A97-2E84-1174-5104A55FF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85" y="1779147"/>
            <a:ext cx="7848872" cy="31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1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AC178093-8E94-C30D-8DA5-67DFFEF52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505" y="908720"/>
            <a:ext cx="6696744" cy="50225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C92D3B-44B4-486E-E796-AB9C7DE627CE}"/>
              </a:ext>
            </a:extLst>
          </p:cNvPr>
          <p:cNvSpPr txBox="1"/>
          <p:nvPr/>
        </p:nvSpPr>
        <p:spPr>
          <a:xfrm>
            <a:off x="3743697" y="6021288"/>
            <a:ext cx="5430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Linear representation of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13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20F6-DAF2-6E23-B603-B9293D04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26835-DAEE-DFA5-550D-947BE98CD584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 descr="A graph of an equation&#10;&#10;AI-generated content may be incorrect.">
            <a:extLst>
              <a:ext uri="{FF2B5EF4-FFF2-40B4-BE49-F238E27FC236}">
                <a16:creationId xmlns:a16="http://schemas.microsoft.com/office/drawing/2014/main" id="{851D173B-DA75-7DCF-3BD3-B025A34CD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45" y="908720"/>
            <a:ext cx="5134366" cy="5262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3F3F38-F7ED-293C-0F8E-FCE62862F5D4}"/>
              </a:ext>
            </a:extLst>
          </p:cNvPr>
          <p:cNvSpPr txBox="1"/>
          <p:nvPr/>
        </p:nvSpPr>
        <p:spPr>
          <a:xfrm>
            <a:off x="3599681" y="613837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Cyclic representation of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77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7684-B845-2A5F-8990-1425953B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F17F3C-061E-9C7F-FF65-B4DF794D05C4}"/>
              </a:ext>
            </a:extLst>
          </p:cNvPr>
          <p:cNvSpPr txBox="1"/>
          <p:nvPr/>
        </p:nvSpPr>
        <p:spPr>
          <a:xfrm>
            <a:off x="6912049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D534A2-091C-6A43-6B74-548F7C463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473" y="908720"/>
            <a:ext cx="3096344" cy="5528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3D58C6-8B99-EAC7-5356-6FB7B5865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947" y="908719"/>
            <a:ext cx="3123522" cy="552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EF229-283E-FC5A-3ED4-60BF93D7F564}"/>
              </a:ext>
            </a:extLst>
          </p:cNvPr>
          <p:cNvSpPr txBox="1"/>
          <p:nvPr/>
        </p:nvSpPr>
        <p:spPr>
          <a:xfrm>
            <a:off x="575345" y="1124744"/>
            <a:ext cx="99371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card transaction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1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Combined Dataset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7CB4DD-7995-2E35-067E-6ABE422C2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9" y="1556937"/>
            <a:ext cx="4536505" cy="210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43ABDD-053B-3D42-B406-D7B830E78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929" y="1700808"/>
            <a:ext cx="2689473" cy="1814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50906D-5AC2-3FE8-B966-B28B85DB90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457" y="3944753"/>
            <a:ext cx="6840760" cy="181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5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56B5-26E7-34A1-5974-2DFEF2C5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C87069-A69B-AE42-3B07-748B5137B553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76A9A7-D3D0-D5F3-8C4F-A2F5C6E25A09}"/>
              </a:ext>
            </a:extLst>
          </p:cNvPr>
          <p:cNvSpPr txBox="1"/>
          <p:nvPr/>
        </p:nvSpPr>
        <p:spPr>
          <a:xfrm>
            <a:off x="719361" y="1052736"/>
            <a:ext cx="993710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and cleaned the data.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- extracting purchase, signup hour, day of week and month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different machine learning algorithms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903FD-BC3D-2766-B81B-3F6D697A4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489" y="1700808"/>
            <a:ext cx="4104456" cy="24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1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7D06-614B-3767-E8D5-871B49EA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358AAA-AD2D-44E9-80EF-00A5569C3BF6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B64084-E798-73F9-9153-68A93381B138}"/>
              </a:ext>
            </a:extLst>
          </p:cNvPr>
          <p:cNvSpPr txBox="1"/>
          <p:nvPr/>
        </p:nvSpPr>
        <p:spPr>
          <a:xfrm>
            <a:off x="431329" y="980728"/>
            <a:ext cx="99371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their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E3F654-7E47-5456-84D9-8BF739254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7" y="1412776"/>
            <a:ext cx="856895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1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521DF-FC9E-4054-C2AD-C1EA55A9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38A0ED-4169-E7FE-245F-54D1CB499231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54CA8-A2CF-4292-143C-85239135E6F2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6B726E1B-02A1-96D4-7105-6D140419C0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" t="4851" r="4622" b="3801"/>
          <a:stretch>
            <a:fillRect/>
          </a:stretch>
        </p:blipFill>
        <p:spPr>
          <a:xfrm>
            <a:off x="2303537" y="1556792"/>
            <a:ext cx="6264696" cy="486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50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8D39-7325-24EF-7456-98538B8D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D52B46-CCB2-6136-E565-51E176DA8E09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FDE6A-E25B-8FC0-2A2C-9D56CBA60EBE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CEF545B-E8D2-5F41-6F60-2E2EDE3E4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" r="2206" b="3800"/>
          <a:stretch>
            <a:fillRect/>
          </a:stretch>
        </p:blipFill>
        <p:spPr>
          <a:xfrm>
            <a:off x="2087513" y="1484784"/>
            <a:ext cx="6382135" cy="494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8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7FEC-616D-1586-4FF4-A00CB250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9EC3F-C545-613C-90CD-5244E74E213B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77A951-2A8C-9BC8-6286-87D1E4AD48CC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449CDB2-0A4D-EBC3-55D9-8E0F0CA5D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" r="2206" b="3800"/>
          <a:stretch>
            <a:fillRect/>
          </a:stretch>
        </p:blipFill>
        <p:spPr>
          <a:xfrm>
            <a:off x="2087513" y="1484784"/>
            <a:ext cx="6382135" cy="494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5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4D6E-06CE-E3BA-2E36-02258EC0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DD9EBB-6AA6-555B-82CF-10E32A2F2E2B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A5C1F6-218F-0D14-BC5B-4320B838F3BD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CCCC884F-D849-8E17-6FEA-20D24061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2" t="2750" r="13546" b="9051"/>
          <a:stretch>
            <a:fillRect/>
          </a:stretch>
        </p:blipFill>
        <p:spPr>
          <a:xfrm>
            <a:off x="2483557" y="1556792"/>
            <a:ext cx="5832648" cy="45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6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C217-7830-8838-36AC-039A8AD2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E67E1-7EE5-B3F3-527B-9A7EBA428819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C2C807-C6E2-4D17-E9C1-55B56C526277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A9A49627-5992-0015-8CE7-E4A6A097B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9" t="1204" r="7612" b="2750"/>
          <a:stretch>
            <a:fillRect/>
          </a:stretch>
        </p:blipFill>
        <p:spPr>
          <a:xfrm>
            <a:off x="2447553" y="1628800"/>
            <a:ext cx="6120681" cy="47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E5C7-2494-7570-868F-B6466FE7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462724-AC85-8B5F-708D-414AA5B4DC87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201D3B-BC17-92F9-74DA-4A3C55CAAFDD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233C2650-91DF-63F9-5BDA-E21C89A70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1" t="2750" r="4517" b="7738"/>
          <a:stretch>
            <a:fillRect/>
          </a:stretch>
        </p:blipFill>
        <p:spPr>
          <a:xfrm>
            <a:off x="2447553" y="1772816"/>
            <a:ext cx="5760640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9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1CCD-767E-AB5D-1E10-55A83392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333265-0AB4-B796-ABF6-41F80D35FB54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E1D5FD-DE0F-C1AB-B713-2F369AE14162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FDD076-FB28-D358-B95E-5D9884625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37" y="1772816"/>
            <a:ext cx="7992888" cy="452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6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ECE48-77CB-4460-E4DC-7B74AB0E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E39BFC-98C1-5A5E-B8CF-3F468BCDC82C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E56D62-4A02-0029-2A3C-BAA825EFA6C7}"/>
              </a:ext>
            </a:extLst>
          </p:cNvPr>
          <p:cNvSpPr txBox="1"/>
          <p:nvPr/>
        </p:nvSpPr>
        <p:spPr>
          <a:xfrm>
            <a:off x="215305" y="908720"/>
            <a:ext cx="993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23D91-712E-B3DA-C6B3-8872B1ED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449" y="1412776"/>
            <a:ext cx="6552728" cy="512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1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1FED-4C93-5618-9248-161F6B0F5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FEA4F5-BA66-290C-96E5-F77ED243D70C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ADC0A2-4C34-3CED-86C1-D4186E01AB09}"/>
              </a:ext>
            </a:extLst>
          </p:cNvPr>
          <p:cNvSpPr txBox="1"/>
          <p:nvPr/>
        </p:nvSpPr>
        <p:spPr>
          <a:xfrm>
            <a:off x="2663577" y="817101"/>
            <a:ext cx="993710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most accurate model for detecting fraud.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2EB7FB-D4B1-FBCC-A081-FF1FFB37A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73" y="1628800"/>
            <a:ext cx="8466815" cy="25012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8B7DCB-1145-87C0-6A6B-0D1B6C3DFBF6}"/>
              </a:ext>
            </a:extLst>
          </p:cNvPr>
          <p:cNvSpPr txBox="1"/>
          <p:nvPr/>
        </p:nvSpPr>
        <p:spPr>
          <a:xfrm>
            <a:off x="3455665" y="4422820"/>
            <a:ext cx="6301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 of XG Boost</a:t>
            </a:r>
          </a:p>
        </p:txBody>
      </p:sp>
    </p:spTree>
    <p:extLst>
      <p:ext uri="{BB962C8B-B14F-4D97-AF65-F5344CB8AC3E}">
        <p14:creationId xmlns:p14="http://schemas.microsoft.com/office/powerpoint/2010/main" val="352465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AFE5-CAE8-32A2-642A-D1DCEFBC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0D2EA-BEB3-C4AF-F63C-B3A94EDE5F69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4B13E3-456B-C294-20C5-1170083CCAB3}"/>
              </a:ext>
            </a:extLst>
          </p:cNvPr>
          <p:cNvSpPr txBox="1"/>
          <p:nvPr/>
        </p:nvSpPr>
        <p:spPr>
          <a:xfrm>
            <a:off x="359321" y="1700808"/>
            <a:ext cx="10369152" cy="277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Hyperparameter tuning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Threshold tuning – Precision Recall Curve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Stacking/Bagging classifier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 Pickle models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88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313F9-BB8D-44F1-9DB3-B36A5B02C958}"/>
              </a:ext>
            </a:extLst>
          </p:cNvPr>
          <p:cNvSpPr txBox="1"/>
          <p:nvPr/>
        </p:nvSpPr>
        <p:spPr>
          <a:xfrm>
            <a:off x="7344097" y="188640"/>
            <a:ext cx="359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5B72-1C01-48AA-BB4B-F5D7980AD148}"/>
              </a:ext>
            </a:extLst>
          </p:cNvPr>
          <p:cNvSpPr txBox="1"/>
          <p:nvPr/>
        </p:nvSpPr>
        <p:spPr>
          <a:xfrm>
            <a:off x="935385" y="1484784"/>
            <a:ext cx="9433048" cy="41919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A7A5D-CDDA-0AD7-9722-9B33E75EF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21" y="1271356"/>
            <a:ext cx="964835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Hajek, P., Abedin, M.Z., &amp; Sivarajah, U. (2023). Fraud Detection in Mobile Payment Systems using 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Framework. Information Systems Frontiers, 25, 1985–2003.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[2].Nagarajan, P., &amp; Kamali, B. (2024). Fraud Detection in Online Transactions using Hybrid CNN and XGBOOST. Proceedings of the 2024 International Conference on Emerging Research in Computational Science.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[3].Negi, A., &amp; Kumar, D. (2025). Fraud Detection in Financial Transactions Using Machine Learning Techniques. Proceedings of the 2025 International Conference on Networks and Cryptology.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[4]Chen, H., &amp; Chen, L. (2022). An application of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online transaction fraud detection based on an improved sailfish optimiser. Proceedings of the 4th International Conference on Machine Learning, Big Data and Business Intelligence.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3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539" y="1982450"/>
            <a:ext cx="7148684" cy="144655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D47D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8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21632</TotalTime>
  <Words>993</Words>
  <Application>Microsoft Office PowerPoint</Application>
  <PresentationFormat>Custom</PresentationFormat>
  <Paragraphs>256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Sabon LT Std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</dc:creator>
  <cp:lastModifiedBy>SUHAAS D - 251100610033 - MSISMPL</cp:lastModifiedBy>
  <cp:revision>894</cp:revision>
  <dcterms:created xsi:type="dcterms:W3CDTF">2007-08-14T09:37:21Z</dcterms:created>
  <dcterms:modified xsi:type="dcterms:W3CDTF">2025-11-18T07:26:45Z</dcterms:modified>
</cp:coreProperties>
</file>